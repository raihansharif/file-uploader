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5143500" cx="9144000"/>
  <p:notesSz cx="6858000" cy="9144000"/>
  <p:embeddedFontLst>
    <p:embeddedFont>
      <p:font typeface="Quicksand"/>
      <p:regular r:id="rId10"/>
      <p:bold r:id="rId11"/>
    </p:embeddedFont>
    <p:embeddedFont>
      <p:font typeface="Quicksand Light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Quicksand-bold.fntdata"/><Relationship Id="rId10" Type="http://schemas.openxmlformats.org/officeDocument/2006/relationships/font" Target="fonts/Quicksand-regular.fntdata"/><Relationship Id="rId13" Type="http://schemas.openxmlformats.org/officeDocument/2006/relationships/font" Target="fonts/QuicksandLight-bold.fntdata"/><Relationship Id="rId12" Type="http://schemas.openxmlformats.org/officeDocument/2006/relationships/font" Target="fonts/QuicksandLigh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e1St8LB4VJA&amp;feature=emb_logo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youtube.com/watch?v=e1St8LB4VJA&amp;feature=emb_logo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873372e1a0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873372e1a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73372e1a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73372e1a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73372e1a0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g3873372e1a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Video Source: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https://www.youtube.com/watch?v=e1St8LB4VJA&amp;feature=emb_logo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/>
              <a:t>Video Source: </a:t>
            </a:r>
            <a:r>
              <a:rPr lang="en-GB" u="sng">
                <a:solidFill>
                  <a:schemeClr val="hlink"/>
                </a:solidFill>
                <a:hlinkClick r:id="rId2"/>
              </a:rPr>
              <a:t>https://www.youtube.com/watch?v=e1St8LB4VJA&amp;feature=emb_logo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526875" y="576775"/>
            <a:ext cx="8095800" cy="20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8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32725" y="2665400"/>
            <a:ext cx="8095800" cy="7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207050" y="4114800"/>
            <a:ext cx="17145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s / Questions / Lists">
  <p:cSld name="TITLE_4_1_1_1_2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310900" y="1017725"/>
            <a:ext cx="852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or Images side by side">
  <p:cSld name="TITLE_4_1_1_1_3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0900" y="1170124"/>
            <a:ext cx="4096500" cy="3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4" name="Google Shape;24;p4"/>
          <p:cNvSpPr txBox="1"/>
          <p:nvPr>
            <p:ph idx="2" type="body"/>
          </p:nvPr>
        </p:nvSpPr>
        <p:spPr>
          <a:xfrm>
            <a:off x="4736600" y="1170100"/>
            <a:ext cx="4096500" cy="3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and text under (with heading)">
  <p:cSld name="TITLE_4_1_1_2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0900" y="1017725"/>
            <a:ext cx="8521200" cy="30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310900" y="4117599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310900" y="319600"/>
            <a:ext cx="8521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and text under (no heading)">
  <p:cSld name="TITLE_4_1_1_1_4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10900" y="472000"/>
            <a:ext cx="8521200" cy="3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2" type="body"/>
          </p:nvPr>
        </p:nvSpPr>
        <p:spPr>
          <a:xfrm>
            <a:off x="310900" y="4282175"/>
            <a:ext cx="85212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6" name="Google Shape;36;p6"/>
          <p:cNvSpPr txBox="1"/>
          <p:nvPr>
            <p:ph idx="3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text">
  <p:cSld name="TITLE_4_1_1_1_1_1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0900" y="319600"/>
            <a:ext cx="8521200" cy="4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3600"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" name="Google Shape;40;p7"/>
          <p:cNvSpPr txBox="1"/>
          <p:nvPr>
            <p:ph idx="1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12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155CC">
            <a:alpha val="549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2725"/>
            <a:ext cx="9144000" cy="30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10900" y="310900"/>
            <a:ext cx="85215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icksand"/>
              <a:buNone/>
              <a:defRPr b="1" i="0" sz="2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0900" y="1017725"/>
            <a:ext cx="8521500" cy="38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■"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●"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icksand"/>
              <a:buChar char="○"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Quicksand"/>
              <a:buChar char="■"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494985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96">
          <p15:clr>
            <a:srgbClr val="EA4335"/>
          </p15:clr>
        </p15:guide>
        <p15:guide id="2" orient="horz" pos="196">
          <p15:clr>
            <a:srgbClr val="EA4335"/>
          </p15:clr>
        </p15:guide>
        <p15:guide id="3" orient="horz" pos="641">
          <p15:clr>
            <a:srgbClr val="EA4335"/>
          </p15:clr>
        </p15:guide>
        <p15:guide id="4" pos="2776">
          <p15:clr>
            <a:srgbClr val="EA4335"/>
          </p15:clr>
        </p15:guide>
        <p15:guide id="5" orient="horz" pos="812">
          <p15:clr>
            <a:srgbClr val="EA4335"/>
          </p15:clr>
        </p15:guide>
        <p15:guide id="6" pos="2984">
          <p15:clr>
            <a:srgbClr val="EA4335"/>
          </p15:clr>
        </p15:guide>
        <p15:guide id="7" pos="5564">
          <p15:clr>
            <a:srgbClr val="EA4335"/>
          </p15:clr>
        </p15:guide>
        <p15:guide id="8" orient="horz" pos="2592">
          <p15:clr>
            <a:srgbClr val="EA4335"/>
          </p15:clr>
        </p15:guide>
        <p15:guide id="9" pos="2448">
          <p15:clr>
            <a:srgbClr val="EA4335"/>
          </p15:clr>
        </p15:guide>
        <p15:guide id="10" pos="3312">
          <p15:clr>
            <a:srgbClr val="EA4335"/>
          </p15:clr>
        </p15:guide>
        <p15:guide id="11" orient="horz" pos="304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idx="1" type="body"/>
          </p:nvPr>
        </p:nvSpPr>
        <p:spPr>
          <a:xfrm>
            <a:off x="310900" y="1017725"/>
            <a:ext cx="852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GB" sz="5900"/>
              <a:t>editor.gdevelop.io</a:t>
            </a:r>
            <a:endParaRPr b="1" sz="5900"/>
          </a:p>
        </p:txBody>
      </p:sp>
      <p:sp>
        <p:nvSpPr>
          <p:cNvPr id="46" name="Google Shape;46;p8"/>
          <p:cNvSpPr txBox="1"/>
          <p:nvPr>
            <p:ph type="title"/>
          </p:nvPr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GDevelop - Game Creation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48" name="Google Shape;4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0850" y="398850"/>
            <a:ext cx="4191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idx="1" type="body"/>
          </p:nvPr>
        </p:nvSpPr>
        <p:spPr>
          <a:xfrm>
            <a:off x="310900" y="1017725"/>
            <a:ext cx="852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/>
              <a:t>Complete 3 levels </a:t>
            </a:r>
            <a:r>
              <a:rPr b="1" lang="en-GB" sz="2400"/>
              <a:t>per lesson</a:t>
            </a:r>
            <a:endParaRPr b="1"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/>
              <a:t>Your teacher will demo each level for you to complete.</a:t>
            </a:r>
            <a:endParaRPr b="1"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/>
              <a:t>We will all move at the same pace</a:t>
            </a:r>
            <a:endParaRPr b="1"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/>
              <a:t>Listen carefully to your teacher.</a:t>
            </a:r>
            <a:endParaRPr b="1" sz="2400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en-GB" sz="2400"/>
              <a:t>By the end of this course you will know how to make your own basic platformer game</a:t>
            </a:r>
            <a:endParaRPr b="1" sz="2400"/>
          </a:p>
        </p:txBody>
      </p:sp>
      <p:sp>
        <p:nvSpPr>
          <p:cNvPr id="54" name="Google Shape;54;p9"/>
          <p:cNvSpPr txBox="1"/>
          <p:nvPr>
            <p:ph type="title"/>
          </p:nvPr>
        </p:nvSpPr>
        <p:spPr>
          <a:xfrm>
            <a:off x="310900" y="310900"/>
            <a:ext cx="8522100" cy="7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Notes: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6" name="Google Shape;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50850" y="398850"/>
            <a:ext cx="4191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310900" y="1017725"/>
            <a:ext cx="8522100" cy="38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0"/>
          <p:cNvSpPr txBox="1"/>
          <p:nvPr>
            <p:ph type="title"/>
          </p:nvPr>
        </p:nvSpPr>
        <p:spPr>
          <a:xfrm>
            <a:off x="310900" y="310900"/>
            <a:ext cx="8522100" cy="70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/>
              <a:t>Click on Sign up and use a fake email and fake username</a:t>
            </a:r>
            <a:endParaRPr sz="2300"/>
          </a:p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10"/>
          <p:cNvSpPr txBox="1"/>
          <p:nvPr>
            <p:ph idx="2" type="subTitle"/>
          </p:nvPr>
        </p:nvSpPr>
        <p:spPr>
          <a:xfrm>
            <a:off x="5257800" y="0"/>
            <a:ext cx="3564900" cy="314100"/>
          </a:xfrm>
          <a:prstGeom prst="rect">
            <a:avLst/>
          </a:prstGeom>
        </p:spPr>
        <p:txBody>
          <a:bodyPr anchorCtr="0" anchor="ctr" bIns="91425" lIns="91425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666" y="1017725"/>
            <a:ext cx="7484109" cy="381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0"/>
          <p:cNvSpPr/>
          <p:nvPr/>
        </p:nvSpPr>
        <p:spPr>
          <a:xfrm>
            <a:off x="6944250" y="2118850"/>
            <a:ext cx="2739000" cy="9057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7" name="Google Shape;67;p10"/>
          <p:cNvSpPr/>
          <p:nvPr/>
        </p:nvSpPr>
        <p:spPr>
          <a:xfrm>
            <a:off x="7257750" y="3651475"/>
            <a:ext cx="2112000" cy="7803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310900" y="319600"/>
            <a:ext cx="8521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 sz="2200"/>
              <a:t>Scroll Down  to “</a:t>
            </a:r>
            <a:r>
              <a:rPr lang="en-GB" sz="2200" u="sng"/>
              <a:t>Free in-app tutorials</a:t>
            </a:r>
            <a:r>
              <a:rPr lang="en-GB" sz="2200"/>
              <a:t>” and click on “</a:t>
            </a:r>
            <a:r>
              <a:rPr lang="en-GB" sz="2200" u="sng"/>
              <a:t>See All</a:t>
            </a:r>
            <a:r>
              <a:rPr lang="en-GB" sz="2200"/>
              <a:t>” </a:t>
            </a:r>
            <a:endParaRPr sz="2200"/>
          </a:p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74" name="Google Shape;7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613" y="1115800"/>
            <a:ext cx="7452769" cy="38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1"/>
          <p:cNvSpPr/>
          <p:nvPr/>
        </p:nvSpPr>
        <p:spPr>
          <a:xfrm rot="4341791">
            <a:off x="7332517" y="2877923"/>
            <a:ext cx="2070418" cy="615755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type="title"/>
          </p:nvPr>
        </p:nvSpPr>
        <p:spPr>
          <a:xfrm>
            <a:off x="310900" y="319600"/>
            <a:ext cx="82401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Click on “Platformer” and begin to follow instructions</a:t>
            </a:r>
            <a:endParaRPr/>
          </a:p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832200" y="4829300"/>
            <a:ext cx="3117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82" name="Google Shape;8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988" y="1159300"/>
            <a:ext cx="7240228" cy="3598902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2"/>
          <p:cNvSpPr/>
          <p:nvPr/>
        </p:nvSpPr>
        <p:spPr>
          <a:xfrm rot="10800000">
            <a:off x="251284" y="2650793"/>
            <a:ext cx="2070300" cy="6159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CCE Slides">
  <a:themeElements>
    <a:clrScheme name="Simple Light">
      <a:dk1>
        <a:srgbClr val="5B5BA5"/>
      </a:dk1>
      <a:lt1>
        <a:srgbClr val="FFFFFF"/>
      </a:lt1>
      <a:dk2>
        <a:srgbClr val="E9E9F3"/>
      </a:dk2>
      <a:lt2>
        <a:srgbClr val="F2F6FC"/>
      </a:lt2>
      <a:accent1>
        <a:srgbClr val="E9F7FC"/>
      </a:accent1>
      <a:accent2>
        <a:srgbClr val="FFEFDA"/>
      </a:accent2>
      <a:accent3>
        <a:srgbClr val="ECF8F5"/>
      </a:accent3>
      <a:accent4>
        <a:srgbClr val="FEF2F6"/>
      </a:accent4>
      <a:accent5>
        <a:srgbClr val="E6E6EA"/>
      </a:accent5>
      <a:accent6>
        <a:srgbClr val="F0F6ED"/>
      </a:accent6>
      <a:hlink>
        <a:srgbClr val="3197A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